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60" r:id="rId3"/>
    <p:sldId id="258" r:id="rId4"/>
    <p:sldId id="261" r:id="rId5"/>
    <p:sldId id="256" r:id="rId6"/>
    <p:sldId id="263" r:id="rId7"/>
    <p:sldId id="262" r:id="rId8"/>
    <p:sldId id="25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9575" autoAdjust="0"/>
  </p:normalViewPr>
  <p:slideViewPr>
    <p:cSldViewPr snapToGrid="0">
      <p:cViewPr varScale="1">
        <p:scale>
          <a:sx n="90" d="100"/>
          <a:sy n="90" d="100"/>
        </p:scale>
        <p:origin x="45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71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014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19/08/2026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10DBAC-37BB-75D7-2882-262E7BA33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DataFrame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92EE8EB-E893-A438-5DC8-BD950888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/>
              <a:t>Consumer Claim = Réclamation client (VARIABLE)</a:t>
            </a:r>
          </a:p>
          <a:p>
            <a:pPr marL="0" indent="0">
              <a:buNone/>
            </a:pPr>
            <a:r>
              <a:rPr lang="fr-FR" dirty="0"/>
              <a:t>Tag = Etiquette associée (CIBLE)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9743E58-9FE0-56DE-C92A-659BCB89C84F}"/>
              </a:ext>
            </a:extLst>
          </p:cNvPr>
          <p:cNvSpPr txBox="1"/>
          <p:nvPr/>
        </p:nvSpPr>
        <p:spPr>
          <a:xfrm>
            <a:off x="7833537" y="544652"/>
            <a:ext cx="4074929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Très intéressantes</a:t>
            </a:r>
          </a:p>
          <a:p>
            <a:r>
              <a:rPr lang="fr-FR" dirty="0"/>
              <a:t>------------------</a:t>
            </a:r>
          </a:p>
          <a:p>
            <a:r>
              <a:rPr lang="fr-FR" dirty="0"/>
              <a:t>Tag</a:t>
            </a:r>
          </a:p>
          <a:p>
            <a:r>
              <a:rPr lang="fr-FR" dirty="0" err="1"/>
              <a:t>Company</a:t>
            </a:r>
            <a:endParaRPr lang="fr-FR" dirty="0"/>
          </a:p>
          <a:p>
            <a:r>
              <a:rPr lang="fr-FR" dirty="0"/>
              <a:t>Date </a:t>
            </a:r>
            <a:r>
              <a:rPr lang="fr-FR" dirty="0" err="1"/>
              <a:t>received</a:t>
            </a:r>
            <a:endParaRPr lang="fr-FR" dirty="0"/>
          </a:p>
          <a:p>
            <a:r>
              <a:rPr lang="fr-FR" dirty="0" err="1"/>
              <a:t>Submitted</a:t>
            </a:r>
            <a:r>
              <a:rPr lang="fr-FR" dirty="0"/>
              <a:t> via</a:t>
            </a:r>
          </a:p>
          <a:p>
            <a:endParaRPr lang="fr-FR" dirty="0"/>
          </a:p>
          <a:p>
            <a:r>
              <a:rPr lang="fr-FR" dirty="0"/>
              <a:t>Intéressantes</a:t>
            </a:r>
          </a:p>
          <a:p>
            <a:r>
              <a:rPr lang="fr-FR" dirty="0"/>
              <a:t>-------------</a:t>
            </a:r>
          </a:p>
          <a:p>
            <a:r>
              <a:rPr lang="fr-FR" dirty="0"/>
              <a:t>Tags</a:t>
            </a:r>
          </a:p>
          <a:p>
            <a:r>
              <a:rPr lang="fr-FR" dirty="0"/>
              <a:t>State</a:t>
            </a:r>
          </a:p>
          <a:p>
            <a:endParaRPr lang="fr-FR" dirty="0"/>
          </a:p>
          <a:p>
            <a:r>
              <a:rPr lang="fr-FR" dirty="0"/>
              <a:t>Potentiellement intéressantes</a:t>
            </a:r>
          </a:p>
          <a:p>
            <a:r>
              <a:rPr lang="fr-FR" dirty="0"/>
              <a:t>-----------------------------</a:t>
            </a:r>
          </a:p>
          <a:p>
            <a:r>
              <a:rPr lang="fr-FR" dirty="0"/>
              <a:t>ZIP code</a:t>
            </a:r>
          </a:p>
          <a:p>
            <a:r>
              <a:rPr lang="fr-FR" dirty="0"/>
              <a:t>Consumer consent </a:t>
            </a:r>
            <a:r>
              <a:rPr lang="fr-FR" dirty="0" err="1"/>
              <a:t>provided</a:t>
            </a:r>
            <a:r>
              <a:rPr lang="fr-FR" dirty="0"/>
              <a:t>?</a:t>
            </a:r>
          </a:p>
          <a:p>
            <a:endParaRPr lang="fr-FR" dirty="0"/>
          </a:p>
          <a:p>
            <a:r>
              <a:rPr lang="fr-FR" dirty="0"/>
              <a:t>À supprimer</a:t>
            </a:r>
          </a:p>
          <a:p>
            <a:r>
              <a:rPr lang="fr-FR" dirty="0"/>
              <a:t>-----------</a:t>
            </a:r>
          </a:p>
          <a:p>
            <a:r>
              <a:rPr lang="fr-FR" dirty="0"/>
              <a:t>Complaint ID</a:t>
            </a:r>
          </a:p>
        </p:txBody>
      </p:sp>
    </p:spTree>
    <p:extLst>
      <p:ext uri="{BB962C8B-B14F-4D97-AF65-F5344CB8AC3E}">
        <p14:creationId xmlns:p14="http://schemas.microsoft.com/office/powerpoint/2010/main" val="364819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504444-0740-D874-1160-ACB50AB8B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Réclamation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3DEBCEB3-25B6-65EB-311A-51DA06F1CC39}"/>
              </a:ext>
            </a:extLst>
          </p:cNvPr>
          <p:cNvSpPr txBox="1">
            <a:spLocks/>
          </p:cNvSpPr>
          <p:nvPr/>
        </p:nvSpPr>
        <p:spPr>
          <a:xfrm>
            <a:off x="2697125" y="2400554"/>
            <a:ext cx="6797750" cy="2958256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4800" dirty="0"/>
              <a:t>La réclamation est la principale variable de prédiction pour identifier l’étiquette à assigner</a:t>
            </a:r>
          </a:p>
          <a:p>
            <a:endParaRPr lang="fr-FR" sz="4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141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Forte proportion de 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Chaque ligne correspond bien à une réclamation identifiée et traitée</a:t>
            </a:r>
            <a:endParaRPr lang="fr-FR" i="1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 les réclamation </a:t>
            </a:r>
            <a:r>
              <a:rPr lang="fr-FR" b="1" dirty="0"/>
              <a:t>avec consentement </a:t>
            </a:r>
            <a:r>
              <a:rPr lang="fr-FR" dirty="0"/>
              <a:t>du consommateur contient un texte</a:t>
            </a:r>
          </a:p>
          <a:p>
            <a:r>
              <a:rPr lang="fr-FR" dirty="0"/>
              <a:t>Les valeurs manquantes semblent donc potentiellement structurelles plutôt qu'aléatoires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Réclamation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Catégories Etiquettes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Supprime les catégories ambigües pouvant prêter à confusion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Deviennent des catégories uniques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Catégories Etiquettes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315</Words>
  <Application>Microsoft Office PowerPoint</Application>
  <PresentationFormat>Grand écran</PresentationFormat>
  <Paragraphs>58</Paragraphs>
  <Slides>8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 Black</vt:lpstr>
      <vt:lpstr>Thème Office</vt:lpstr>
      <vt:lpstr>Zen-Assist</vt:lpstr>
      <vt:lpstr>Contexte</vt:lpstr>
      <vt:lpstr>Analyse exploratoire des données</vt:lpstr>
      <vt:lpstr>DataFrame</vt:lpstr>
      <vt:lpstr>Réclamation</vt:lpstr>
      <vt:lpstr>Présentation PowerPoint</vt:lpstr>
      <vt:lpstr>Catégories Etiquettes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22</cp:revision>
  <dcterms:created xsi:type="dcterms:W3CDTF">2026-08-19T10:14:18Z</dcterms:created>
  <dcterms:modified xsi:type="dcterms:W3CDTF">2026-08-19T14:26:46Z</dcterms:modified>
</cp:coreProperties>
</file>